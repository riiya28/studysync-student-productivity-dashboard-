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Placement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SQL Database Project</a:t>
            </a:r>
          </a:p>
          <a:p>
            <a:r>
              <a:t>Managing students, companies, applications, and placements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placement database</a:t>
            </a:r>
          </a:p>
          <a:p>
            <a:r>
              <a:t>• Tracks students and companies</a:t>
            </a:r>
          </a:p>
          <a:p>
            <a:r>
              <a:t>• Manages job applications</a:t>
            </a:r>
          </a:p>
          <a:p>
            <a:r>
              <a:t>• Stores final placement records</a:t>
            </a:r>
          </a:p>
          <a:p>
            <a:r>
              <a:t>• Generates placement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</a:t>
            </a:r>
          </a:p>
          <a:p>
            <a:r>
              <a:t>• Students</a:t>
            </a:r>
          </a:p>
          <a:p>
            <a:r>
              <a:t>• Companies</a:t>
            </a:r>
          </a:p>
          <a:p>
            <a:r>
              <a:t>• Jobs</a:t>
            </a:r>
          </a:p>
          <a:p>
            <a:r>
              <a:t>• Applications</a:t>
            </a:r>
          </a:p>
          <a:p>
            <a:r>
              <a:t>• Placements</a:t>
            </a:r>
          </a:p>
          <a:p/>
          <a:p>
            <a:r>
              <a:t>Relationships are maintained using Primary and Foreign Keys.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JOINs</a:t>
            </a:r>
          </a:p>
          <a:p>
            <a:r>
              <a:t>• GROUP BY &amp; HAVING</a:t>
            </a:r>
          </a:p>
          <a:p>
            <a:r>
              <a:t>• Aggregate Functions</a:t>
            </a:r>
          </a:p>
          <a:p>
            <a:r>
              <a:t>• Views</a:t>
            </a:r>
          </a:p>
          <a:p>
            <a:r>
              <a:t>• Stored Procedures</a:t>
            </a:r>
          </a:p>
          <a:p>
            <a:r>
              <a:t>• Triggers</a:t>
            </a:r>
          </a:p>
          <a:p>
            <a:r>
              <a:t>• Normalization (up to 3NF)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Students apply for jobs</a:t>
            </a:r>
          </a:p>
          <a:p>
            <a:r>
              <a:t>2. Companies post openings</a:t>
            </a:r>
          </a:p>
          <a:p>
            <a:r>
              <a:t>3. Applications are tracked</a:t>
            </a:r>
          </a:p>
          <a:p>
            <a:r>
              <a:t>4. Selected students are recorded</a:t>
            </a:r>
          </a:p>
          <a:p>
            <a:r>
              <a:t>5. Reports are generated automatically</a:t>
            </a:r>
          </a:p>
          <a:p/>
          <a:p>
            <a:r>
              <a:t>Benefits: Reduced manual work, accurate records, and placement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