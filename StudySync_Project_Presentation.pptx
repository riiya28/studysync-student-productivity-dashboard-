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StudySync – Student Productivity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Development Project</a:t>
            </a:r>
          </a:p>
          <a:p>
            <a:r>
              <a:t>Developed By: Riya Sharma</a:t>
            </a:r>
          </a:p>
          <a:p>
            <a:r>
              <a:t>Technology Used: HTML, CSS,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Managing assignments and deadlines</a:t>
            </a:r>
          </a:p>
          <a:p>
            <a:r>
              <a:t>• Tracking study hours</a:t>
            </a:r>
          </a:p>
          <a:p>
            <a:r>
              <a:t>• Maintaining productivity</a:t>
            </a:r>
          </a:p>
          <a:p>
            <a:r>
              <a:t>• Organizing schedules</a:t>
            </a:r>
          </a:p>
          <a:p/>
          <a:p>
            <a:r>
              <a:t>Solution: A centralized student productivity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 Management</a:t>
            </a:r>
          </a:p>
          <a:p>
            <a:r>
              <a:t>• Pomodoro Study Timer</a:t>
            </a:r>
          </a:p>
          <a:p>
            <a:r>
              <a:t>• Calendar &amp; Deadlines</a:t>
            </a:r>
          </a:p>
          <a:p>
            <a:r>
              <a:t>• Progress Tracking</a:t>
            </a:r>
          </a:p>
          <a:p>
            <a:r>
              <a:t>• Responsive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HTML5</a:t>
            </a:r>
          </a:p>
          <a:p>
            <a:r>
              <a:t>CSS3</a:t>
            </a:r>
          </a:p>
          <a:p>
            <a:r>
              <a:t>JavaScript</a:t>
            </a:r>
          </a:p>
          <a:p>
            <a:r>
              <a:t>DOM Manipulation</a:t>
            </a:r>
          </a:p>
          <a:p>
            <a:r>
              <a:t>Responsive Design</a:t>
            </a:r>
          </a:p>
          <a:p>
            <a:r>
              <a:t>CSS Grid &amp; Flexbox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StudySync helps students manage tasks, track studies, and improve productivity.</a:t>
            </a:r>
          </a:p>
          <a:p/>
          <a:p>
            <a:r>
              <a:t>Future Scope:</a:t>
            </a:r>
          </a:p>
          <a:p>
            <a:r>
              <a:t>• Attendance Tracking</a:t>
            </a:r>
          </a:p>
          <a:p>
            <a:r>
              <a:t>• CGPA Calculator</a:t>
            </a:r>
          </a:p>
          <a:p>
            <a:r>
              <a:t>• Notes Management</a:t>
            </a:r>
          </a:p>
          <a:p>
            <a:r>
              <a:t>• AI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